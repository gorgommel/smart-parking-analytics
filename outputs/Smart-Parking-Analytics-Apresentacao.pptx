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9ff722e034e46" /><Relationship Type="http://schemas.openxmlformats.org/officeDocument/2006/relationships/extended-properties" Target="/docProps/app.xml" Id="R9ea9e0e80b924c95" /><Relationship Type="http://schemas.openxmlformats.org/officeDocument/2006/relationships/officeDocument" Target="/ppt/presentation.xml" Id="R8be143f0111f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eb299e1fb43e0"/>
  </p:sldMasterIdLst>
  <p:notesMasterIdLst>
    <p:notesMasterId xmlns:r="http://schemas.openxmlformats.org/officeDocument/2006/relationships" r:id="R4b3fc9a4c82b4ed6"/>
  </p:notesMasterIdLst>
  <p:sldIdLst>
    <p:sldId xmlns:r="http://schemas.openxmlformats.org/officeDocument/2006/relationships" id="256" r:id="R9c00f608e5a64016"/>
    <p:sldId xmlns:r="http://schemas.openxmlformats.org/officeDocument/2006/relationships" id="257" r:id="R70f75cc80d1b4b96"/>
    <p:sldId xmlns:r="http://schemas.openxmlformats.org/officeDocument/2006/relationships" id="258" r:id="R91a5f4e61fc64ec2"/>
    <p:sldId xmlns:r="http://schemas.openxmlformats.org/officeDocument/2006/relationships" id="259" r:id="R0a70a1ef0dfa49a2"/>
    <p:sldId xmlns:r="http://schemas.openxmlformats.org/officeDocument/2006/relationships" id="260" r:id="R6580e86cfaa042ee"/>
    <p:sldId xmlns:r="http://schemas.openxmlformats.org/officeDocument/2006/relationships" id="261" r:id="R2acd8c516647421f"/>
    <p:sldId xmlns:r="http://schemas.openxmlformats.org/officeDocument/2006/relationships" id="262" r:id="Rdeb0d207fbc94472"/>
    <p:sldId xmlns:r="http://schemas.openxmlformats.org/officeDocument/2006/relationships" id="263" r:id="R8a918e5d2d6c494f"/>
    <p:sldId xmlns:r="http://schemas.openxmlformats.org/officeDocument/2006/relationships" id="264" r:id="R2d7546d2c6f84df0"/>
    <p:sldId xmlns:r="http://schemas.openxmlformats.org/officeDocument/2006/relationships" id="265" r:id="R19ef3c56cbe74b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70f2a879244734" /><Relationship Type="http://schemas.openxmlformats.org/officeDocument/2006/relationships/slideMaster" Target="/ppt/slideMasters/slideMaster1.xml" Id="Rae9eb299e1fb43e0" /><Relationship Type="http://schemas.openxmlformats.org/officeDocument/2006/relationships/notesMaster" Target="/ppt/notesMasters/notesMaster1.xml" Id="R4b3fc9a4c82b4ed6" /><Relationship Type="http://schemas.openxmlformats.org/officeDocument/2006/relationships/presProps" Target="/ppt/presProps.xml" Id="Ref0cfada2cb64a1e" /><Relationship Type="http://schemas.openxmlformats.org/officeDocument/2006/relationships/tableStyles" Target="/ppt/tableStyles.xml" Id="R7e6ae899835a483c" /><Relationship Type="http://schemas.openxmlformats.org/officeDocument/2006/relationships/slide" Target="/ppt/slides/slide1.xml" Id="R9c00f608e5a64016" /><Relationship Type="http://schemas.openxmlformats.org/officeDocument/2006/relationships/slide" Target="/ppt/slides/slide2.xml" Id="R70f75cc80d1b4b96" /><Relationship Type="http://schemas.openxmlformats.org/officeDocument/2006/relationships/slide" Target="/ppt/slides/slide3.xml" Id="R91a5f4e61fc64ec2" /><Relationship Type="http://schemas.openxmlformats.org/officeDocument/2006/relationships/slide" Target="/ppt/slides/slide4.xml" Id="R0a70a1ef0dfa49a2" /><Relationship Type="http://schemas.openxmlformats.org/officeDocument/2006/relationships/slide" Target="/ppt/slides/slide5.xml" Id="R6580e86cfaa042ee" /><Relationship Type="http://schemas.openxmlformats.org/officeDocument/2006/relationships/slide" Target="/ppt/slides/slide6.xml" Id="R2acd8c516647421f" /><Relationship Type="http://schemas.openxmlformats.org/officeDocument/2006/relationships/slide" Target="/ppt/slides/slide7.xml" Id="Rdeb0d207fbc94472" /><Relationship Type="http://schemas.openxmlformats.org/officeDocument/2006/relationships/slide" Target="/ppt/slides/slide8.xml" Id="R8a918e5d2d6c494f" /><Relationship Type="http://schemas.openxmlformats.org/officeDocument/2006/relationships/slide" Target="/ppt/slides/slide9.xml" Id="R2d7546d2c6f84df0" /><Relationship Type="http://schemas.openxmlformats.org/officeDocument/2006/relationships/slide" Target="/ppt/slides/slide10.xml" Id="R19ef3c56cbe7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7d3463d62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2f7f6c8fd423f" /><Relationship Type="http://schemas.openxmlformats.org/officeDocument/2006/relationships/notesMaster" Target="/ppt/notesMasters/notesMaster1.xml" Id="R5e3e48e001d24f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5d1c6bee64461" /><Relationship Type="http://schemas.openxmlformats.org/officeDocument/2006/relationships/notesMaster" Target="/ppt/notesMasters/notesMaster1.xml" Id="R401225aacf2b4a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1b7afe06824e40" /><Relationship Type="http://schemas.openxmlformats.org/officeDocument/2006/relationships/notesMaster" Target="/ppt/notesMasters/notesMaster1.xml" Id="R67517e58972b48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44ea718ca4333" /><Relationship Type="http://schemas.openxmlformats.org/officeDocument/2006/relationships/notesMaster" Target="/ppt/notesMasters/notesMaster1.xml" Id="R32fe066628d44f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8eb76458c44639" /><Relationship Type="http://schemas.openxmlformats.org/officeDocument/2006/relationships/notesMaster" Target="/ppt/notesMasters/notesMaster1.xml" Id="R8dd678230c334f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cce1ba8584ce6" /><Relationship Type="http://schemas.openxmlformats.org/officeDocument/2006/relationships/notesMaster" Target="/ppt/notesMasters/notesMaster1.xml" Id="R8b669428293c40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b8d70d51f4272" /><Relationship Type="http://schemas.openxmlformats.org/officeDocument/2006/relationships/notesMaster" Target="/ppt/notesMasters/notesMaster1.xml" Id="Rca764440738f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3a94a50bc341e5" /><Relationship Type="http://schemas.openxmlformats.org/officeDocument/2006/relationships/notesMaster" Target="/ppt/notesMasters/notesMaster1.xml" Id="R664933a9fda047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63ed340569414d" /><Relationship Type="http://schemas.openxmlformats.org/officeDocument/2006/relationships/notesMaster" Target="/ppt/notesMasters/notesMaster1.xml" Id="R2eb4c6ec011e43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b291c27a8345b6" /><Relationship Type="http://schemas.openxmlformats.org/officeDocument/2006/relationships/notesMaster" Target="/ppt/notesMasters/notesMaster1.xml" Id="R6d516dd2efde40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dde321e80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0894587894431" /><Relationship Type="http://schemas.openxmlformats.org/officeDocument/2006/relationships/slideLayout" Target="/ppt/slideLayouts/slideLayout1.xml" Id="Rcd9dde39a38c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9dde39a38c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b6a9e1c084e78" /><Relationship Type="http://schemas.openxmlformats.org/officeDocument/2006/relationships/image" Target="/ppt/media/image.jpeg" Id="R77259ec4d0a24290" /><Relationship Type="http://schemas.openxmlformats.org/officeDocument/2006/relationships/notesSlide" Target="/ppt/notesSlides/notesSlide1.xml" Id="R15744f0ee24d4a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72f662284aa3" /><Relationship Type="http://schemas.openxmlformats.org/officeDocument/2006/relationships/notesSlide" Target="/ppt/notesSlides/notesSlide2.xml" Id="R916a33aa5abd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37c1ca97e4fa9" /><Relationship Type="http://schemas.openxmlformats.org/officeDocument/2006/relationships/notesSlide" Target="/ppt/notesSlides/notesSlide3.xml" Id="R1f4d1e81d1cd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3b302dbb44328" /><Relationship Type="http://schemas.openxmlformats.org/officeDocument/2006/relationships/image" Target="/ppt/media/image2.jpeg" Id="Rd9f36bb424644ee7" /><Relationship Type="http://schemas.openxmlformats.org/officeDocument/2006/relationships/notesSlide" Target="/ppt/notesSlides/notesSlide4.xml" Id="R211237844fe2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133cbaede46f6" /><Relationship Type="http://schemas.openxmlformats.org/officeDocument/2006/relationships/image" Target="/ppt/media/image.png" Id="R822454f209df4313" /><Relationship Type="http://schemas.openxmlformats.org/officeDocument/2006/relationships/notesSlide" Target="/ppt/notesSlides/notesSlide5.xml" Id="Rf3846ae97742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593e7a7bb43a4" /><Relationship Type="http://schemas.openxmlformats.org/officeDocument/2006/relationships/image" Target="/ppt/media/image2.png" Id="R1047ec3c33ae403e" /><Relationship Type="http://schemas.openxmlformats.org/officeDocument/2006/relationships/notesSlide" Target="/ppt/notesSlides/notesSlide6.xml" Id="R7334f8cf4d0e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1a15080644de" /><Relationship Type="http://schemas.openxmlformats.org/officeDocument/2006/relationships/image" Target="/ppt/media/image3.jpeg" Id="R6ce0a586c3394677" /><Relationship Type="http://schemas.openxmlformats.org/officeDocument/2006/relationships/notesSlide" Target="/ppt/notesSlides/notesSlide7.xml" Id="Rec73bde54d7744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8c8ac024498a" /><Relationship Type="http://schemas.openxmlformats.org/officeDocument/2006/relationships/notesSlide" Target="/ppt/notesSlides/notesSlide8.xml" Id="R11065bc3b92f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138d2dd3b4fd9" /><Relationship Type="http://schemas.openxmlformats.org/officeDocument/2006/relationships/notesSlide" Target="/ppt/notesSlides/notesSlide9.xml" Id="R30cb063e01f9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4cbfbe2ee46d5" /><Relationship Type="http://schemas.openxmlformats.org/officeDocument/2006/relationships/notesSlide" Target="/ppt/notesSlides/notesSlide10.xml" Id="R8fb3086b0ff540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6E651-F09B-4ABF-B55F-4B38312A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59ec4d0a24290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7429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345FC-31BE-44F4-9964-97C1AD7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Smart Parking</a:t>
            </a:r>
          </a:p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C5CE5-0E6F-4704-AC7C-515DD8F3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Sistema inteligente de estacionamento com YOLO, API FastAPI e dashboard React.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B6794-6A9D-4C5F-B680-8CD5530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27C49-D4E9-4A3D-81CF-0B4D566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proprio treinado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F0979-080F-48E7-A467-43231B4E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6A9ED-BB52-4189-80DA-0300DF7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 personalizado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49BA-2020-419C-97B4-188E3AD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A992D-0685-4B43-9CE9-0C92B635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1624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EEE82-DB25-479F-9245-6485DED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Roteiro seguro: dataset -&gt; treinamento -&gt; API -&gt; interface -&gt; demonstracao.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5DFAF-D4DF-4C87-8ABD-215A867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1/10</a:t>
            </a:r>
          </a:p>
        </p:txBody>
      </p:sp>
    </p:spTree>
    <p:extLst>
      <p:ext uri="{BB962C8B-B14F-4D97-AF65-F5344CB8AC3E}">
        <p14:creationId xmlns:p14="http://schemas.microsoft.com/office/powerpoint/2010/main" val="1512620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3E8D3-6F8E-4A0E-837D-1BF07B65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D0A15-7AE3-4297-B293-70BCFE03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Problema real e objetivo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83D7F-FDDC-4EBD-975D-8E23FB3D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90900" cy="3714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E196D-AB1B-4AE9-A0D0-39B5312A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390900" cy="3714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2D11-1A92-4B73-A97B-DDD3895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90900" cy="3714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D63EB-04DF-4D77-8C4A-38E8B81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Operacao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63B61-47CA-4FA4-B6EF-326A6128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9D70B-2CEC-40A0-B3A0-951F949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Equipes contam vagas visualmente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B2BEF-7015-46C4-A6D3-9BD0FA64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492EC-DF66-403B-BB31-D3CDD349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Sem historico confiavel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25A5C-111D-475A-B225-E947E63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7598C-E8C6-4DA3-BA81-9685DABD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Alertas dependem de observacao humana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71532-42EC-4673-9B82-A9735352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Visao computacional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CF937-4AE5-48E9-B1D0-41C68A7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EB051-EAE1-4EE0-B047-7691C69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YOLO detecta veiculos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7403F-3564-4020-8C98-9390B8A4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6A1BB-6253-4440-A7F2-503AEFF0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00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Poligonos representam vagas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DA0E4-E292-4991-A680-A2099EB4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F26E3-D6D4-4A9E-B3E1-FF7D430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Ocupacao calculada automaticamente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21B42-64F2-4928-827B-E8B9DC3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Valor para negocio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A66AB-F063-4586-9FBB-6AEBE8F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0EB61-37C9-4B60-9B1E-ED369AAD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Dashboard de lotacao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30CA6-8AAF-4ABC-B3E2-48C7BE3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D8798-1292-4E4A-9E66-8FD8A49A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Historico e horarios de pico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A2A69-ED1A-4AA0-9C02-91D97404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D93EF-11DB-47D8-B7AD-B5ABE74D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Relatorios para tomada de decisao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0B4A3-851F-4A9B-952A-C5DF8F5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2/10</a:t>
            </a:r>
          </a:p>
        </p:txBody>
      </p:sp>
    </p:spTree>
    <p:extLst>
      <p:ext uri="{BB962C8B-B14F-4D97-AF65-F5344CB8AC3E}">
        <p14:creationId xmlns:p14="http://schemas.microsoft.com/office/powerpoint/2010/main" val="1794838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19E10-356D-471E-9F47-7AC1AB45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2AB8-74BB-42A3-8575-2C17410C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Arquitetura implementada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12998-21E1-4AF7-9624-DE8A6517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D5EBB-89FD-4681-AF31-55DA525D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+ Vite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2F1A-D85E-4CCB-A1EE-BEF91E3F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B8B86-E03B-4B12-BF45-A9AED3A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14625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EB03A-4338-4DA1-9B64-A573D003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098F-DC2B-4336-85CB-41CDE7FA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14625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Servico YOLO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best.pt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4526E-BB16-4601-9C0D-EF306E12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020EF-EE59-4789-9487-333D9E0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14625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Banco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SQLite/PostgreSQL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70017-B8E9-4451-BE03-B914777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4EC5E-A0DB-4B9A-8F6E-E6FC4EE2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14625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Analytics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PDF/CSV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2533D-6B2D-426C-B8C1-8E74D30F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1EA15-DCBB-4E61-A22E-CD549A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9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B3AF9-1FE9-4406-AC2A-7607B323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1849E-4AD8-4FAA-B739-7A4C994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9E3D7-40D6-4512-932F-F61C891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1B3F4-BF96-4896-9502-737FE2C2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 de imagem/video pelo navegador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886C6-1083-43C1-BC62-7E25E2EC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E6677-BEF1-4B3C-9A0E-588BCD3F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Inferencia no backend com YOLO Ultralytics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06916-1981-4D92-9545-A02C90D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37997-8531-474C-9B01-32189D1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Cruzamento: deteccoes x poligonos das vagas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53A13-DB8E-442C-B8F9-0AFA4DE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498C2-A7C0-4DF8-B234-F2F7B1EC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Persistencia de eventos, historico, alertas e relatorios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D2D7E-BC41-4F67-982D-289D58F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3/10</a:t>
            </a:r>
          </a:p>
        </p:txBody>
      </p:sp>
    </p:spTree>
    <p:extLst>
      <p:ext uri="{BB962C8B-B14F-4D97-AF65-F5344CB8AC3E}">
        <p14:creationId xmlns:p14="http://schemas.microsoft.com/office/powerpoint/2010/main" val="14766396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733BE-7BA6-4837-A043-8FA887CE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7D79-5E02-4D26-AE27-582EA22C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Dataset personalizado e classes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36bb424644ee7"/>
          <a:srcRect xmlns:a="http://schemas.openxmlformats.org/drawingml/2006/main" l="10988" t="0" r="109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4095750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B44C7-262B-40DD-8E50-DCBFB342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91847-241A-4425-AE3B-49A5ABA2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7ECBC-9E95-486B-8331-38CC8CC6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Dataset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F9B12-8E24-411E-BD45-820A7DC9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106 imagens</a:t>
            </a:r>
          </a:p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Train: 78</a:t>
            </a:r>
          </a:p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Valid: 13</a:t>
            </a:r>
          </a:p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Test: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611F6-84B8-4A4E-8187-E19DF05A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52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Classes treinadas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2DDAC-3BD1-4B26-8651-9305B052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6F5B2-A6A0-43F3-A956-7E463113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CF294-CB4A-4D37-B8B5-B29C3BC6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31250-1288-401B-888E-FEC499B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motorcycle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F14C3-0A39-454B-B8CC-690BC12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D448B-07DD-4456-9122-0623925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0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0B428-D59F-43EB-ACF4-95BC4357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4F53A-25FE-476C-B4F3-49BF4D52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9607D-E717-4A86-BBAA-EFE35A3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Para elevar a nota: substituir pelo export Roboflow com ~837 imagens anotadas e retreinar.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90C0D-4F6F-4C3A-B002-8113F228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4/10</a:t>
            </a:r>
          </a:p>
        </p:txBody>
      </p:sp>
    </p:spTree>
    <p:extLst>
      <p:ext uri="{BB962C8B-B14F-4D97-AF65-F5344CB8AC3E}">
        <p14:creationId xmlns:p14="http://schemas.microsoft.com/office/powerpoint/2010/main" val="2078366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C3A4E-19CD-4B4D-96FB-AED7A91D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613E9-26FF-4B68-8F4E-ABCFCFCA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Treinamento do modelo proprio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454f209df4313"/>
          <a:stretch xmlns:a="http://schemas.openxmlformats.org/drawingml/2006/main"/>
        </p:blipFill>
        <p:spPr>
          <a:xfrm xmlns:a="http://schemas.openxmlformats.org/drawingml/2006/main">
            <a:off x="609600" y="1833563"/>
            <a:ext cx="6572250" cy="3286125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1D4A0-CCD9-4A33-9557-5B58DF64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24000"/>
            <a:ext cx="4000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C1270-B66C-4ED2-8BDE-720ECF9A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Configuracao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500FD-A297-482D-82F1-CF4FA7E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A838A-F5EF-4F67-BD32-AAF5AC9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Base: YOLO26n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6E652-7712-4F73-8501-BD3E108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E45E6-72C9-42E2-A7F8-86AAD23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100 epocas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74CCA-3E79-4CAF-94A8-6F459FB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A2505-1CB0-47E9-AE4E-11DFE06F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imgsz 640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F70F4-8CCB-4C8A-AE24-065D4F43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56073-E0A7-4EAF-B421-675E23C6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batch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735B0-DAA8-4E03-846A-84E78F2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E235D-0CDC-4604-80A3-E59592C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CPU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F842F-7C12-47C0-ACD8-9FA89C70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96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Melhor validacao observada: Precision 0.824, mAP50-95 0.179.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4E331-82F7-4029-9723-AEB82201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5/10</a:t>
            </a:r>
          </a:p>
        </p:txBody>
      </p:sp>
    </p:spTree>
    <p:extLst>
      <p:ext uri="{BB962C8B-B14F-4D97-AF65-F5344CB8AC3E}">
        <p14:creationId xmlns:p14="http://schemas.microsoft.com/office/powerpoint/2010/main" val="298354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885E9B-2D08-4159-83B2-52EDB79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4CF86-6FB4-4550-B46E-69B0A489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Metricas e leitura critica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7ec3c33ae403e"/>
          <a:stretch xmlns:a="http://schemas.openxmlformats.org/drawingml/2006/main"/>
        </p:blipFill>
        <p:spPr>
          <a:xfrm xmlns:a="http://schemas.openxmlformats.org/drawingml/2006/main">
            <a:off x="609600" y="1571625"/>
            <a:ext cx="4953000" cy="37147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7231-E186-4599-B853-A3B873B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55721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DC25-1DCC-4EA5-881C-37B00FC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Como explicar para o professor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7380F-6A22-425C-B661-8D228A88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D9D56-0941-4794-8B06-E5907B8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62200"/>
            <a:ext cx="4552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Precision boa: quando detecta, tende a acertar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3C2C-53D8-4086-80BB-70F58F64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BE00D-DF82-4651-A82C-28B8BEB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33675"/>
            <a:ext cx="4552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 baixo: ainda perde veiculos em alguns angulos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4323B-8B44-4BAA-92F2-A14E10D3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ECEE7-C80E-4A78-9D0C-96874DB1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4552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Dataset pequeno e desbalanceado limita a generalizacao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C54B3-4BCC-4595-8A33-292DB585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7687F-0D60-4EBA-AD9B-1200DF5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76625"/>
            <a:ext cx="4552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Proxima versao: 837 imagens anotadas do mesmo dominio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BD857-F3C9-42D7-BFAE-154AD0F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6/10</a:t>
            </a:r>
          </a:p>
        </p:txBody>
      </p:sp>
    </p:spTree>
    <p:extLst>
      <p:ext uri="{BB962C8B-B14F-4D97-AF65-F5344CB8AC3E}">
        <p14:creationId xmlns:p14="http://schemas.microsoft.com/office/powerpoint/2010/main" val="1827652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D2C1D-756E-4D34-8BA6-4BE0D71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71D20-37FE-4ACD-A82A-30C1245A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Inferencia: veiculos + vagas configuradas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0a586c3394677"/>
          <a:stretch xmlns:a="http://schemas.openxmlformats.org/drawingml/2006/main"/>
        </p:blipFill>
        <p:spPr>
          <a:xfrm xmlns:a="http://schemas.openxmlformats.org/drawingml/2006/main">
            <a:off x="609600" y="1628180"/>
            <a:ext cx="6572250" cy="3696891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45EE0-1618-4F5A-B20A-180EA1A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4000500" cy="409575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327D2-FE51-4894-BDE1-35F1B94E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 que mostrar ao vivo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40466-98F3-4AC0-95F4-B94AED47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1EC07-C382-4BE7-92D4-DC3F0C90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Escolher imagem do dataset/teste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F3A27-3417-41A6-9DF1-A2512F6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6683-E227-4729-8DF4-3B8D72F9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Confirmar que aparece loaded:models/best.pt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FDE2-96FF-4B17-B353-4F5B44D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1B9D1-91B6-47A9-903D-90DCB654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Mostrar caixas YOLO e vagas ocupadas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EA3E4-5C86-4A9E-A9D1-A23B627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ED3BE-B580-4A2C-9171-E49146D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Abrir historico e relatorio CSV/PDF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75A6F-5E43-49EE-A545-0B854C3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Evite usar video top-down novo antes do retreino.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F203F-FCDC-4133-B3BF-E1DAF80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7/10</a:t>
            </a:r>
          </a:p>
        </p:txBody>
      </p:sp>
    </p:spTree>
    <p:extLst>
      <p:ext uri="{BB962C8B-B14F-4D97-AF65-F5344CB8AC3E}">
        <p14:creationId xmlns:p14="http://schemas.microsoft.com/office/powerpoint/2010/main" val="133351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514C9-9AB9-4466-B64C-58BBDD3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7C5D6-D0F2-435D-9B2A-A075C9BE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Interface web propria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95176-1861-42BF-AB31-F2B8E61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A2309-0372-4E70-908B-863B3207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E6C6A-FB2E-421A-B793-5AA400D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Total de vagas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9D853-1912-4CE6-9076-485C76F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BD718-0EBE-4EA6-AC3C-F2409E5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5737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D94DA-DE0E-46E3-BBA4-96C043C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Ocupadas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A5F5-4302-42E7-AFB2-AB5E8FA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6B2CE-4871-40A1-BF34-59C224A5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5737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D81D-1FED-4C1C-BA94-863384FD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Livres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D233E-2DE0-42D0-99C8-2D6E3BF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EE187-B10D-409B-AE43-F59B715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5737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A09D7-50D8-4BCB-8349-DA65BE6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Ocupacao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71860-9583-4510-BF34-DF4C691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29%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FDDCC-FAD1-4953-A4B1-FF375E08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57375"/>
            <a:ext cx="1809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105EA-C347-4469-A9FC-E87CD5B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Veiculos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51CF6-D947-45A4-B945-579EEF7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C3D36-5CD4-4575-8490-69E765B7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1CC3-A0C7-4C8D-A193-AC10BA4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Grafico temporal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7D53D-0319-4758-B9E7-5645A530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Historico de ocupacao ao longo das inferencias.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C2F45-2C32-48A0-91C2-F4AFB2CC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F8995-A879-4E16-94F8-D2A91DF2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Relatorios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733BB-FDD7-4BCB-A04F-240CAB4A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Exportacao CSV/PDF com estatisticas do estacionamento.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69AB3-5DCB-4FE2-9FBF-4FCE94B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8/10</a:t>
            </a:r>
          </a:p>
        </p:txBody>
      </p:sp>
    </p:spTree>
    <p:extLst>
      <p:ext uri="{BB962C8B-B14F-4D97-AF65-F5344CB8AC3E}">
        <p14:creationId xmlns:p14="http://schemas.microsoft.com/office/powerpoint/2010/main" val="1487839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B86E9-228E-447A-ADC2-D063CBC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SMART PARKING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1A30-45B5-4775-A74C-179B866B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Roteiro seguro da demonstracao ao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4D05F-BCA6-4E85-A6B2-9283323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ACA98-FA3E-4C30-83CF-F4701B76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97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C095E-0EE5-4527-81FA-655ADAD3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68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519FC-CB95-41D4-997D-AF996FB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906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Abrir API /health e Swagger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99E34-DE70-4545-8971-6B1949C9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Prova que backend esta online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557C3-7802-423E-9291-59C259A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1704A-4073-47F4-AEB5-DCD530C1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DCFE4-F577-49ED-AE8E-DBC6DCA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AFECF-0A62-4C38-AA7C-7891CD0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Abrir dashboard 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D5FC1-7A98-4041-BB99-98EDCD95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Mostra interface autoral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53C58-4B09-45DC-8A6E-77D1D8E8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84F58-AF44-4D49-A023-1915AC8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861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59606-CBC3-4111-A761-DCB0BDF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432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0C666-6DFF-4532-BD91-4292391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670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Enviar imagem validada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A10FC-5E9E-44CD-8882-A00D7862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95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Evita falha por dominio diferente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F4C5D-0D3E-4E39-A81B-FA2B1625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B7825-66B6-4551-898F-6E9BF977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243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29F01-649F-4C4B-AE29-4E21BB13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814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2E7A6-F2FC-49B0-8176-A91AEF2A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05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Mostrar metricas e imagem anotada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5806D-3A8E-4F35-A102-B27C4D26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Fecha o ciclo inferencia -&gt;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F6931-C1F6-4538-A639-9E939014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1028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09DBF-CA27-485F-A15F-AF189B8B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625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6BC4D7-8F44-43FD-921E-07E6C4D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96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ECCA9-44BC-422E-85EC-AE54EE6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434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Baixar CSV/PDF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4401C-5784-4C69-B4C8-900EC7E3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72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Mostra produto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3B24C-31DE-4E11-980C-C52FCE46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9/10</a:t>
            </a:r>
          </a:p>
        </p:txBody>
      </p:sp>
    </p:spTree>
    <p:extLst>
      <p:ext uri="{BB962C8B-B14F-4D97-AF65-F5344CB8AC3E}">
        <p14:creationId xmlns:p14="http://schemas.microsoft.com/office/powerpoint/2010/main" val="381672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13A99-7919-451E-B96A-81AE46C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D7219-3C3F-4E0D-AAEC-B0B887EB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8A2B1-2C3E-4646-B304-93922B3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198E9-1A6F-4E1A-943F-1FC3090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9D18D-8E05-4991-93E0-1A90D412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Ciclo completo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978AA-E677-4551-9D42-280F14B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1624-A165-4F11-ACDE-DA2ABCA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B4F99-B09B-46CA-A0C8-A23F071E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18A8E-546A-4E10-9ACA-0C6853D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treino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A448-B7B1-4454-B6D2-0301FE2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F59A1-487D-4C1E-BEAF-C0EBD78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1EC4A-1055-4A59-8732-D491FBC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AB818-78C0-4121-AC72-26EB9D6D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2BC6B-4810-40DF-9DB3-F23DF43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2FD85-BE13-4F8A-815C-3377BD9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985E7-A506-47D8-B02A-90721690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DEF25-BC13-4B44-B138-7FD6AC7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B9484-E04F-4264-BB7B-1F8D9CE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shoppings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5C61B-2AF7-49E2-8659-1A7FC597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158B0-A974-4864-9B51-18B49B53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condominios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E8E0F-288C-49C9-8486-08930BB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943E1-D798-4BB7-BEF1-809CE5A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24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112C2-E9B9-49FC-A4B7-361E0070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4BA28-E47F-4958-85DF-4CC1F165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8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empresas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E4699-C0D8-495C-B108-770FC4F8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Evolucao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34AA4-D763-468F-9DD0-AA2907E7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16260-A8B9-435F-BDCE-649AB110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837 imagens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35F9A-4ACC-4946-ADCD-7AE00A3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A59CB-83AA-4599-BB61-59ACAACB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retreino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764EA-D304-4F1C-9C40-A4E70228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4EDDA-9E6F-4A29-8557-BFC3CE8E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242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heatmap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F875A-A6F7-4EF7-86BE-5FAFB4BC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FF48D-002B-4480-B2FB-FCB098F1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tempo real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486DB-E80F-4FFC-A363-7566C5AA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Mensagem final: nao e apenas um contador; e uma plataforma de analytics operacional baseada em visao computacional.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52AD0F-B1A5-4E7E-83BF-84E8CFE9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PDI e Visao Computacional | YOLO + FastAPI + React | 10/10</a:t>
            </a:r>
          </a:p>
        </p:txBody>
      </p:sp>
    </p:spTree>
    <p:extLst>
      <p:ext uri="{BB962C8B-B14F-4D97-AF65-F5344CB8AC3E}">
        <p14:creationId xmlns:p14="http://schemas.microsoft.com/office/powerpoint/2010/main" val="1801222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2026-06-17T17:34:22.7260000Z</dcterms:created>
  <dcterms:modified xsi:type="dcterms:W3CDTF">2026-06-17T17:34:22.7260000Z</dcterms:modified>
</coreProperties>
</file>