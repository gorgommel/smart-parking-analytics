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94344d7364e6c" /><Relationship Type="http://schemas.openxmlformats.org/officeDocument/2006/relationships/extended-properties" Target="/docProps/app.xml" Id="R378c5336991b45f1" /><Relationship Type="http://schemas.openxmlformats.org/officeDocument/2006/relationships/officeDocument" Target="/ppt/presentation.xml" Id="Read804a3bf72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0a40de2be4869"/>
  </p:sldMasterIdLst>
  <p:notesMasterIdLst>
    <p:notesMasterId xmlns:r="http://schemas.openxmlformats.org/officeDocument/2006/relationships" r:id="R12fe87ec3abe40cd"/>
  </p:notesMasterIdLst>
  <p:sldIdLst>
    <p:sldId xmlns:r="http://schemas.openxmlformats.org/officeDocument/2006/relationships" id="256" r:id="Rb80421169d8147ba"/>
    <p:sldId xmlns:r="http://schemas.openxmlformats.org/officeDocument/2006/relationships" id="257" r:id="R04d8bda6e67443ad"/>
    <p:sldId xmlns:r="http://schemas.openxmlformats.org/officeDocument/2006/relationships" id="258" r:id="Rebfa6c11cb414c5d"/>
    <p:sldId xmlns:r="http://schemas.openxmlformats.org/officeDocument/2006/relationships" id="259" r:id="R7aeeea14c23345f5"/>
    <p:sldId xmlns:r="http://schemas.openxmlformats.org/officeDocument/2006/relationships" id="260" r:id="Ra8fa3c428a5a4a9d"/>
    <p:sldId xmlns:r="http://schemas.openxmlformats.org/officeDocument/2006/relationships" id="261" r:id="Rcb87c66e2d4d4efd"/>
    <p:sldId xmlns:r="http://schemas.openxmlformats.org/officeDocument/2006/relationships" id="262" r:id="R32fe7fb32c1e46fe"/>
    <p:sldId xmlns:r="http://schemas.openxmlformats.org/officeDocument/2006/relationships" id="263" r:id="Rb1896d2de9354026"/>
    <p:sldId xmlns:r="http://schemas.openxmlformats.org/officeDocument/2006/relationships" id="264" r:id="R094cdd9c400d45d6"/>
    <p:sldId xmlns:r="http://schemas.openxmlformats.org/officeDocument/2006/relationships" id="265" r:id="Rfc0dcc0840fd4d9b"/>
    <p:sldId xmlns:r="http://schemas.openxmlformats.org/officeDocument/2006/relationships" id="266" r:id="R782987012f024dc8"/>
    <p:sldId xmlns:r="http://schemas.openxmlformats.org/officeDocument/2006/relationships" id="267" r:id="R5155d997d32140b8"/>
    <p:sldId xmlns:r="http://schemas.openxmlformats.org/officeDocument/2006/relationships" id="268" r:id="R996e810f10b740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1915e49884f10" /><Relationship Type="http://schemas.openxmlformats.org/officeDocument/2006/relationships/slideMaster" Target="/ppt/slideMasters/slideMaster1.xml" Id="R5810a40de2be4869" /><Relationship Type="http://schemas.openxmlformats.org/officeDocument/2006/relationships/notesMaster" Target="/ppt/notesMasters/notesMaster1.xml" Id="R12fe87ec3abe40cd" /><Relationship Type="http://schemas.openxmlformats.org/officeDocument/2006/relationships/presProps" Target="/ppt/presProps.xml" Id="Rda20a70f3e3f4ec7" /><Relationship Type="http://schemas.openxmlformats.org/officeDocument/2006/relationships/tableStyles" Target="/ppt/tableStyles.xml" Id="R87327b689a114ea4" /><Relationship Type="http://schemas.openxmlformats.org/officeDocument/2006/relationships/slide" Target="/ppt/slides/slide1.xml" Id="Rb80421169d8147ba" /><Relationship Type="http://schemas.openxmlformats.org/officeDocument/2006/relationships/slide" Target="/ppt/slides/slide2.xml" Id="R04d8bda6e67443ad" /><Relationship Type="http://schemas.openxmlformats.org/officeDocument/2006/relationships/slide" Target="/ppt/slides/slide3.xml" Id="Rebfa6c11cb414c5d" /><Relationship Type="http://schemas.openxmlformats.org/officeDocument/2006/relationships/slide" Target="/ppt/slides/slide4.xml" Id="R7aeeea14c23345f5" /><Relationship Type="http://schemas.openxmlformats.org/officeDocument/2006/relationships/slide" Target="/ppt/slides/slide5.xml" Id="Ra8fa3c428a5a4a9d" /><Relationship Type="http://schemas.openxmlformats.org/officeDocument/2006/relationships/slide" Target="/ppt/slides/slide6.xml" Id="Rcb87c66e2d4d4efd" /><Relationship Type="http://schemas.openxmlformats.org/officeDocument/2006/relationships/slide" Target="/ppt/slides/slide7.xml" Id="R32fe7fb32c1e46fe" /><Relationship Type="http://schemas.openxmlformats.org/officeDocument/2006/relationships/slide" Target="/ppt/slides/slide8.xml" Id="Rb1896d2de9354026" /><Relationship Type="http://schemas.openxmlformats.org/officeDocument/2006/relationships/slide" Target="/ppt/slides/slide9.xml" Id="R094cdd9c400d45d6" /><Relationship Type="http://schemas.openxmlformats.org/officeDocument/2006/relationships/slide" Target="/ppt/slides/slide10.xml" Id="Rfc0dcc0840fd4d9b" /><Relationship Type="http://schemas.openxmlformats.org/officeDocument/2006/relationships/slide" Target="/ppt/slides/slide11.xml" Id="R782987012f024dc8" /><Relationship Type="http://schemas.openxmlformats.org/officeDocument/2006/relationships/slide" Target="/ppt/slides/slide12.xml" Id="R5155d997d32140b8" /><Relationship Type="http://schemas.openxmlformats.org/officeDocument/2006/relationships/slide" Target="/ppt/slides/slide13.xml" Id="R996e810f10b7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f08add0fb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abf311a924e2e" /><Relationship Type="http://schemas.openxmlformats.org/officeDocument/2006/relationships/notesMaster" Target="/ppt/notesMasters/notesMaster1.xml" Id="R8eafbd9b5735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5b3f68a56440a8" /><Relationship Type="http://schemas.openxmlformats.org/officeDocument/2006/relationships/notesMaster" Target="/ppt/notesMasters/notesMaster1.xml" Id="R6aa81b4f2f41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2d32a08c1e4120" /><Relationship Type="http://schemas.openxmlformats.org/officeDocument/2006/relationships/notesMaster" Target="/ppt/notesMasters/notesMaster1.xml" Id="Raa0c6f8bf7f4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87e2d61004284" /><Relationship Type="http://schemas.openxmlformats.org/officeDocument/2006/relationships/notesMaster" Target="/ppt/notesMasters/notesMaster1.xml" Id="R10a6380ec60042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fa29a33cc0421b" /><Relationship Type="http://schemas.openxmlformats.org/officeDocument/2006/relationships/notesMaster" Target="/ppt/notesMasters/notesMaster1.xml" Id="R2ba348e33b5b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5a6fc4fd94ab5" /><Relationship Type="http://schemas.openxmlformats.org/officeDocument/2006/relationships/notesMaster" Target="/ppt/notesMasters/notesMaster1.xml" Id="Re9301524b9bd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66111c9ec74c3e" /><Relationship Type="http://schemas.openxmlformats.org/officeDocument/2006/relationships/notesMaster" Target="/ppt/notesMasters/notesMaster1.xml" Id="R949243a7d3ec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51260e3ce94bdd" /><Relationship Type="http://schemas.openxmlformats.org/officeDocument/2006/relationships/notesMaster" Target="/ppt/notesMasters/notesMaster1.xml" Id="Re94abd89b62c41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c74e2815e47ab" /><Relationship Type="http://schemas.openxmlformats.org/officeDocument/2006/relationships/notesMaster" Target="/ppt/notesMasters/notesMaster1.xml" Id="R896c9ae7b78b45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469affdba34c3f" /><Relationship Type="http://schemas.openxmlformats.org/officeDocument/2006/relationships/notesMaster" Target="/ppt/notesMasters/notesMaster1.xml" Id="R0ed83905482043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8b6e2e83f34ede" /><Relationship Type="http://schemas.openxmlformats.org/officeDocument/2006/relationships/notesMaster" Target="/ppt/notesMasters/notesMaster1.xml" Id="R9af70e5d4c4a41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613d3cd9a841b7" /><Relationship Type="http://schemas.openxmlformats.org/officeDocument/2006/relationships/notesMaster" Target="/ppt/notesMasters/notesMaster1.xml" Id="R984d9fd4118a42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35b6091b594e96" /><Relationship Type="http://schemas.openxmlformats.org/officeDocument/2006/relationships/notesMaster" Target="/ppt/notesMasters/notesMaster1.xml" Id="Rbbc9567cf77d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be672f8a241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b55d6604b4ef5" /><Relationship Type="http://schemas.openxmlformats.org/officeDocument/2006/relationships/slideLayout" Target="/ppt/slideLayouts/slideLayout1.xml" Id="Rd4579e1b796f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79e1b796f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8a929f1154623" /><Relationship Type="http://schemas.openxmlformats.org/officeDocument/2006/relationships/notesSlide" Target="/ppt/notesSlides/notesSlide1.xml" Id="R6ad6ecc4335b40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723914f84232" /><Relationship Type="http://schemas.openxmlformats.org/officeDocument/2006/relationships/notesSlide" Target="/ppt/notesSlides/notesSlide2.xml" Id="R72c9da3c25a047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9748129764474" /><Relationship Type="http://schemas.openxmlformats.org/officeDocument/2006/relationships/notesSlide" Target="/ppt/notesSlides/notesSlide3.xml" Id="R90018e96c3e7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ee34361304ea2" /><Relationship Type="http://schemas.openxmlformats.org/officeDocument/2006/relationships/notesSlide" Target="/ppt/notesSlides/notesSlide4.xml" Id="Rebd1798763e34f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b7ce9174f4262" /><Relationship Type="http://schemas.openxmlformats.org/officeDocument/2006/relationships/notesSlide" Target="/ppt/notesSlides/notesSlide5.xml" Id="R2f014277309d41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cdefc5a2f4912" /><Relationship Type="http://schemas.openxmlformats.org/officeDocument/2006/relationships/image" Target="/ppt/media/image.png" Id="R2f9a94faccc64528" /><Relationship Type="http://schemas.openxmlformats.org/officeDocument/2006/relationships/notesSlide" Target="/ppt/notesSlides/notesSlide6.xml" Id="Rfb8b7e70807c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37d311e8e4659" /><Relationship Type="http://schemas.openxmlformats.org/officeDocument/2006/relationships/image" Target="/ppt/media/image2.png" Id="R2a2a26a9564b4417" /><Relationship Type="http://schemas.openxmlformats.org/officeDocument/2006/relationships/notesSlide" Target="/ppt/notesSlides/notesSlide7.xml" Id="Rc492cfd7598b41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9492eeb874ebf" /><Relationship Type="http://schemas.openxmlformats.org/officeDocument/2006/relationships/notesSlide" Target="/ppt/notesSlides/notesSlide8.xml" Id="R98397b5685ee41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2457010c43b3" /><Relationship Type="http://schemas.openxmlformats.org/officeDocument/2006/relationships/notesSlide" Target="/ppt/notesSlides/notesSlide9.xml" Id="R13d54fe077ba4d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3cc8421a44231" /><Relationship Type="http://schemas.openxmlformats.org/officeDocument/2006/relationships/image" Target="/ppt/media/image.jpeg" Id="Rf42568fd94d44d92" /><Relationship Type="http://schemas.openxmlformats.org/officeDocument/2006/relationships/notesSlide" Target="/ppt/notesSlides/notesSlide10.xml" Id="R9a7d65e9124e40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ed7be05b94e2d" /><Relationship Type="http://schemas.openxmlformats.org/officeDocument/2006/relationships/notesSlide" Target="/ppt/notesSlides/notesSlide11.xml" Id="R3f74ae83a7b64a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a62ef421f4c41" /><Relationship Type="http://schemas.openxmlformats.org/officeDocument/2006/relationships/notesSlide" Target="/ppt/notesSlides/notesSlide12.xml" Id="Ra1a81e37dca94a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ebf30c2d84430" /><Relationship Type="http://schemas.openxmlformats.org/officeDocument/2006/relationships/notesSlide" Target="/ppt/notesSlides/notesSlide13.xml" Id="R47eb180f699f44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E37BC-B50B-4950-94CB-60145AC9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F964A-1268-4796-B44A-341851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CCFBF1"/>
                </a:solidFill>
                <a:latin typeface="Aptos"/>
                <a:ea typeface="Aptos"/>
                <a:cs typeface="Aptos"/>
              </a:rPr>
              <a:t>Sistema inteligente de estacionamento com YOLO, FastAPI, React e analytics em tempo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F303-1864-47AB-9E83-D4D64CC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A0B3B-E013-498B-8643-27A2BA4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Modelo treinado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37AC9-664E-49AC-9DC1-570292C3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YOLO26n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E43FB-CE99-4C43-BD47-B697725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1D0AC-9920-41E0-A8F4-1960ACE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719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Classe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281A-8A07-42A2-8B72-2C090BC1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386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24D12-B6F4-44C9-8A2F-A101354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4A472-ED11-424A-958E-E9B2653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mAP50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515C-AAA9-456B-93C2-9B494CF0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0.921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8E3CC-96F5-4FA9-A573-E68DB6A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1FAE5"/>
                </a:solidFill>
                <a:latin typeface="Aptos"/>
                <a:ea typeface="Aptos"/>
                <a:cs typeface="Aptos"/>
              </a:rPr>
              <a:t>Aplicacao academica completa: dataset personalizado, treinamento, API propria, dashboard e demonstracao funcional.</a:t>
            </a:r>
          </a:p>
        </p:txBody>
      </p:sp>
    </p:spTree>
    <p:extLst>
      <p:ext uri="{BB962C8B-B14F-4D97-AF65-F5344CB8AC3E}">
        <p14:creationId xmlns:p14="http://schemas.microsoft.com/office/powerpoint/2010/main" val="1468175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0B42B-AC57-462D-986C-38646E76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E3BBF-1E0C-4A72-995B-48ABA3AB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5FA05-05E3-4382-80E4-D951C6C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Problema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90AF7-F329-4026-BC82-3AF61AA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03C6A-BABD-4D7C-86D1-85F4B6AA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90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Estacionamentos de shoppings, universidades e empresas precisam saber ocupacao em tempo real.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Contagem manual e sensores por vaga aumentam custo e manutencao.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Cameras ja existentes podem virar fonte de dados com visao computacional.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 proposta nao e apenas contar objetos: o sistema gera metricas, historico, alertas e relatorios.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83569-6807-4F20-B55C-E8D201CF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D6893-89EC-45D8-B4DC-BCC1EC70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Pergunta central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9CD84-BFA1-4235-8A81-90A2F11D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Como transformar imagens ou videos de estacionamento em indicadores operacionais para tomada de decisao?</a:t>
            </a:r>
          </a:p>
        </p:txBody>
      </p:sp>
    </p:spTree>
    <p:extLst>
      <p:ext uri="{BB962C8B-B14F-4D97-AF65-F5344CB8AC3E}">
        <p14:creationId xmlns:p14="http://schemas.microsoft.com/office/powerpoint/2010/main" val="1451684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4498C-0074-49E7-9F25-0C88822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A830E-5B8B-4F54-905D-A9E6368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CE820-303E-4D74-80C2-CAB72738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Proposta da solucao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6CDAB-32AC-4CC8-AD7A-6E914B2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3F0D5-BDB1-4D28-B530-D9DFB1D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6AD01-CE0C-4E92-9037-F6A53DA4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 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6F433-60EA-474E-A4AF-4B56092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Imagem ou video enviado pelo dashboard web.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152E2-5DEC-43F2-9E91-FDCCC3EF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42CFC-F5B0-4FEA-9E0E-5FCE6E87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7A32E-414B-43AD-840D-F6004A2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 YOLO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2289C-DD6D-4DF2-9F94-8CB37C72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Modelo treinado detecta carros com bounding boxes.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19E8F-F3A0-4723-B6F2-10D7E80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D787-2E9D-4628-8793-2D2B1D5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925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65FD0-2789-48FA-96C0-4B1C744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3. Ocupacao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E8490-1ABB-4060-8C41-414D1D22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Sistema calcula ocupadas, livres e taxa.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298B4-96E6-447B-AA5B-0C50D381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EE23C-D9B5-40F0-A989-8DC17A9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50DD8-23BE-482D-B9EC-B6F41C92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66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4.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56F32-7D11-4D16-AEEB-6E54E97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Historico, picos, alertas e relatorios.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7653D-862C-40C9-804F-49DAB2D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Resultado: um produto SaaS demonstravel para monitoramento de estacionamentos com interface propria e API propria.</a:t>
            </a:r>
          </a:p>
        </p:txBody>
      </p:sp>
    </p:spTree>
    <p:extLst>
      <p:ext uri="{BB962C8B-B14F-4D97-AF65-F5344CB8AC3E}">
        <p14:creationId xmlns:p14="http://schemas.microsoft.com/office/powerpoint/2010/main" val="1260896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AA7AA-415E-4C12-BB1B-BC3DEBB7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DC4C-9121-4597-99E6-D7CDB99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5BE68-9E84-4A79-87FC-00365747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Ciclo completo de PDI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E59A4-152C-4EE1-B381-92096C96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0467-6F58-45BA-81DC-D15EBD6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67E6C-2A1D-47CE-9178-E2E5303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95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Coleta/adaptacao do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880C9-4299-423F-82E1-11CF3F0D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38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07DFF-3244-4C44-B9A6-02B4046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FF5DC-2EA0-4FF1-AB0B-DBE3835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Anotacao no Roboflow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D3C7-1544-447C-816D-3B4B5BF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53579-DD67-4718-BB05-1DE0BF5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A556F-6D9C-47C3-B0FE-E1F9742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Exportacao YOLO26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65EF-1BBE-4908-811C-65E742D6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4F313-84B5-4AB8-AE4A-2EC5F837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5A359-6317-4AD4-AF1D-CDBE18E2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4. Treinamento Ultralytics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0BCE6-3E87-4185-A124-223B0AD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D275E-413B-4F58-8C86-1972AE6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6B54-5249-44AD-BB30-2B8DEDC2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38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5. Inferencia na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FA10F-09CA-4A94-81D2-3CDFF73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04D61-6F0A-4E16-BF2A-5B9ADA6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81AC4-7065-4852-9755-ADB35B6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24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6. Dashboard e relatorios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F90F6-3353-461F-8362-D29F7F6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3810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FDE75-FCEF-498F-A9AD-008B55E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 que sera demonstrado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9B369-7670-4F0F-B43A-FCCFDAB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Modelo treinado, nao pre-treinado puro.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API FastAPI consumindo o peso final.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Frontend React proprio.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Calculo de ocupacao e relatorios.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Evidencias de metricas e teste.</a:t>
            </a:r>
          </a:p>
        </p:txBody>
      </p:sp>
    </p:spTree>
    <p:extLst>
      <p:ext uri="{BB962C8B-B14F-4D97-AF65-F5344CB8AC3E}">
        <p14:creationId xmlns:p14="http://schemas.microsoft.com/office/powerpoint/2010/main" val="1534397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74D6C-E05C-4CC5-A18C-FFAFD60E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4C369-CFED-40E3-BDB2-13A21EC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E375-B582-4B43-B655-F3D2F52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Dataset personalizado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7162-2D9B-468A-B675-12C5EF1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845F7-F912-435F-91DC-834403E8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40291-294A-49D9-99E0-18FA5772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Total de imagens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08D5F-D387-4D33-BC4C-D0DBA1E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A92A4-69EF-473F-8071-AB71B78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28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6DA28-0D01-4216-BC0B-468AC6E0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Objetos anotados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9379E-F702-4EEA-B280-C0DD040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6688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C082A-9E34-46F7-A255-C521DED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28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EEC8C-7403-4823-9C43-4560DA98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40FC8-3524-4832-A521-A3A51CBB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1: 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C7A0C-33BB-48D2-9D06-2710534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8AAEE-6B9F-4F08-8EEF-2F827F3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Formato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8CA6F-E00B-41EE-9008-16D1D6D0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YOLO26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79C3E-80D8-4257-B78D-2A3AFE6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Split: 103 train, 34 validation, 29 test.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Dataset exportado do Roboflow e ajustado para classe unica car.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 simplificacao reduziu confusao entre carro, van e moto na demonstracao.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 escopo final e adequado para estacionamentos onde o objetivo e detectar carros e calcular ocupacao.</a:t>
            </a:r>
          </a:p>
        </p:txBody>
      </p:sp>
    </p:spTree>
    <p:extLst>
      <p:ext uri="{BB962C8B-B14F-4D97-AF65-F5344CB8AC3E}">
        <p14:creationId xmlns:p14="http://schemas.microsoft.com/office/powerpoint/2010/main" val="20553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83BC9-F8A0-480B-AB03-8E2FF2D1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C703B-87B0-4D8D-B67F-09CA84E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0FF36-3B7A-49F3-B53E-96132BE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Treinamento do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7DDEB-62A1-42E2-95FD-66B331B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94faccc64528"/>
          <a:stretch xmlns:a="http://schemas.openxmlformats.org/drawingml/2006/main"/>
        </p:blipFill>
        <p:spPr>
          <a:xfrm xmlns:a="http://schemas.openxmlformats.org/drawingml/2006/main">
            <a:off x="685800" y="1857375"/>
            <a:ext cx="5715000" cy="285750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DE9A1-6DCA-4837-8420-94CC4D21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905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1AB87-358D-49DD-8D26-FDBE90B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Configuracao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E1A62-6028-41B1-9C4E-F71635EC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Modelo base: yolo26n.pt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Tarefa: Object Detection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Epochs: 100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Image size: 640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Batch: 4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Peso final: backend/models/best.pt</a:t>
            </a:r>
          </a:p>
        </p:txBody>
      </p:sp>
    </p:spTree>
    <p:extLst>
      <p:ext uri="{BB962C8B-B14F-4D97-AF65-F5344CB8AC3E}">
        <p14:creationId xmlns:p14="http://schemas.microsoft.com/office/powerpoint/2010/main" val="788268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2D463-78DA-469A-B552-2F721CEA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A1BAD-3097-4580-AF7D-FFF0B48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415D2-2AA4-4A59-860E-CEDC779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Metricas obtidas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973A1-CAA7-41B1-982D-DD4C1F1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10686-C21E-4164-98E1-1F8D7E6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C1C97-9B57-4936-B6CE-0CDA143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Precision 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9D6EE-85F0-45B7-8B30-778BF575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02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0.915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7377B-4AA8-4B0B-8A3A-0C6450E4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7F859-CD7C-42EC-AE2F-D2D33186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335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Recall 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54C3F-0AAF-4FD4-AA97-D0D59F2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02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0.885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59FFD-BD7C-481D-87F2-68BCBDE4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0F65E-1467-49BF-83CC-4437C9C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335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mAP50 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9AF16-44A2-43B5-881E-AC269CB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02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97316"/>
                </a:solidFill>
                <a:latin typeface="Aptos Display"/>
                <a:ea typeface="Aptos Display"/>
                <a:cs typeface="Aptos Display"/>
              </a:rPr>
              <a:t>0.930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DE95C-98E8-411F-9B22-DF44962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81125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1D4CB-7D34-450B-8E7C-3D1634D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335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mAP50-95 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14249-FE87-4058-8900-B70B3340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02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0.871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a26a9564b4417"/>
          <a:stretch xmlns:a="http://schemas.openxmlformats.org/drawingml/2006/main"/>
        </p:blipFill>
        <p:spPr>
          <a:xfrm xmlns:a="http://schemas.openxmlformats.org/drawingml/2006/main">
            <a:off x="1095375" y="3000375"/>
            <a:ext cx="38100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4D49A-CF17-4C68-8154-46B6B0BF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F212D-8889-4560-BCE8-9F449F24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Leitura para a banca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F3355-BF09-4335-B7EE-328C3A94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- mAP50 acima de 0.90 indica boa deteccao para a demo.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Recall alto significa que poucos carros deixam de ser detectados.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- mAP50-95 mostra qualidade mais exigente das caixas.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0F172A"/>
                </a:solidFill>
                <a:latin typeface="Aptos"/>
                <a:ea typeface="Aptos"/>
                <a:cs typeface="Aptos"/>
              </a:rPr>
              <a:t>- O split test separado confirmou generalizacao: mAP50 test 0.921.</a:t>
            </a:r>
          </a:p>
        </p:txBody>
      </p:sp>
    </p:spTree>
    <p:extLst>
      <p:ext uri="{BB962C8B-B14F-4D97-AF65-F5344CB8AC3E}">
        <p14:creationId xmlns:p14="http://schemas.microsoft.com/office/powerpoint/2010/main" val="999982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4EA22-194A-439A-8890-441785FF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CCAB7-0F87-44FD-88BC-569613CF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19D41-496B-407A-A9CA-212594F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Arquitetura profissional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AE3C5-D100-4614-90A4-03B17AE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0749C-6F1E-4811-8DE3-0169B11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00A64-24DC-4508-9D1F-3265B81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3EFD1-EA43-4396-962B-17EE06F0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35AA1-1011-47E6-AEF4-3DCCE49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E3A30-677C-40C7-97A7-1A8566D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B766A-3C88-4C3C-92AC-D46A086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YOLO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93588-0E24-4E60-88EF-49BAB68B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0F47D-2331-4742-BCEF-D77B9841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Banco de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005F5-DFA4-44BC-8068-E15A31F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CEA2A-8126-4D93-A99F-A837288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C4A30-2995-4DA6-8392-AE907415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73893-AADA-474F-9627-0D1BE0B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Relatorios PDF/CSV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A39C0-1E32-4DD5-92B7-8B17B0E8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6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23E31-7FAE-4AF3-8399-B4C4CFBD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BD070-5602-4085-81D0-2D73CB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5732C-FF36-4977-9D56-43883E06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955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A7739-1F02-49A1-9305-A67DB19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718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8BE72-E43A-4458-AFDA-EC880DE1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Local: SQLite. Deploy: PostgreSQL no Render via DATABASE_URL. Frontend pode ficar na Vercel consumindo a API.</a:t>
            </a:r>
          </a:p>
        </p:txBody>
      </p:sp>
    </p:spTree>
    <p:extLst>
      <p:ext uri="{BB962C8B-B14F-4D97-AF65-F5344CB8AC3E}">
        <p14:creationId xmlns:p14="http://schemas.microsoft.com/office/powerpoint/2010/main" val="1936938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47F6F-ABEC-44C4-A7C7-A1505303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01FA2-671D-4ACD-BBDD-DE37B80B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1DC-C582-4540-8BBB-20077A2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Logica de estacionamento revisada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BB9E-4BBC-414F-916B-71BA5BE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21B3B-1C78-4859-A7CE-83CDA1F4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16B23-D241-43F0-B281-3BA3A25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Modo por capacidade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F3AE2-5A51-41D8-B765-505ACA3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Usado quando nao ha poligonos confiaveis.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ocupadas = min(carros_detectados, total_vagas)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livres = total_vagas - ocupadas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taxa = ocupadas / total_vagas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4EC22-0C12-48EA-BB7B-9214F56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B7F53-B610-404D-9216-04BE8A8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526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Modo por poligonos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538BB-2E7D-4B79-9744-86F6DC9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Usado para camera fixa e calibrada.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Cada vaga tem um poligono.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Carro ocupa vaga quando sua bbox sobrepoe a regiao.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Permite dizer quais vagas estao livres.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8A947-F97A-4C34-A5EC-8C88D05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Mensagem-chave: detectar carros e identificar vagas livres sao problemas diferentes. O sistema trata os dois cenarios de forma transparente.</a:t>
            </a:r>
          </a:p>
        </p:txBody>
      </p:sp>
    </p:spTree>
    <p:extLst>
      <p:ext uri="{BB962C8B-B14F-4D97-AF65-F5344CB8AC3E}">
        <p14:creationId xmlns:p14="http://schemas.microsoft.com/office/powerpoint/2010/main" val="153536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68E75-7CDD-41CF-A747-CAF11DCB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8221F-2518-4EEF-953F-282C217D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C6817-0B7F-4577-8E2D-FF939762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Demonstracao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A6961-2354-46CA-B66D-050FFD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568fd94d44d92"/>
          <a:stretch xmlns:a="http://schemas.openxmlformats.org/drawingml/2006/main"/>
        </p:blipFill>
        <p:spPr>
          <a:xfrm xmlns:a="http://schemas.openxmlformats.org/drawingml/2006/main">
            <a:off x="666750" y="1699617"/>
            <a:ext cx="5810250" cy="3268266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D55D0-047C-4AC1-90C7-2A309C5B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000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1281-D0AB-4A1E-87D2-73C142C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do teste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F5DB6-7A6A-4395-A967-FD4605C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F0DC5-F96B-44F9-BAD9-943B9255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Carros detectados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4E01F-7971-45C8-8DAD-01FBD731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574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9B92B-26E7-4E80-8922-EC1CAE7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50975-655E-41D1-8FDF-9E1E1AFB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Vagas livres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8E8A9-3395-4519-A7EA-346995A8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957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6B9E6-E96E-4044-834E-7215CF79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Capacidade cadastrada: 40 vagas. Modo usado: capacity_only.</a:t>
            </a:r>
          </a:p>
        </p:txBody>
      </p:sp>
    </p:spTree>
    <p:extLst>
      <p:ext uri="{BB962C8B-B14F-4D97-AF65-F5344CB8AC3E}">
        <p14:creationId xmlns:p14="http://schemas.microsoft.com/office/powerpoint/2010/main" val="2078253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24A91-ED07-4FD4-AF65-AE641CF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D318C-E491-4E40-BD27-8B43D388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407F8-25B3-4DCD-B38F-BB79797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API e interface propria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6EB2-4953-45A0-A724-72B73EE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5D7AA-56AE-4216-A01E-513CA69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143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POST /api/predict: inferencia em imagem.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POST /api/video/upload: processamento de video por frames.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POST /api/parking-spots/capacity: capacidade total.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POST /api/parking-spots: poligonos calibrados.</a:t>
            </a:r>
          </a:p>
          <a:p xmlns:a="http://schemas.openxmlformats.org/drawingml/2006/main">
            <a:pPr>
              <a:defRPr sz="15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F172A"/>
                </a:solidFill>
                <a:latin typeface="Aptos"/>
                <a:ea typeface="Aptos"/>
                <a:cs typeface="Aptos"/>
              </a:rPr>
              <a:t>- GET /api/statistics, /history, /reports: analytics e relatorios.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51F0F-FC83-44F5-807C-6FC7D01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00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3344-F6AA-46A8-9B96-3128446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Dashboard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3DCA0-B407-4A12-9FF5-160828F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Upload de imagem e video.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Cards de ocupacao.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Graficos temporais.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Imagem anotada.</a:t>
            </a:r>
          </a:p>
          <a:p xmlns:a="http://schemas.openxmlformats.org/drawingml/2006/main">
            <a:pPr>
              <a:defRPr sz="16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PDF e CSV.</a:t>
            </a:r>
          </a:p>
        </p:txBody>
      </p:sp>
    </p:spTree>
    <p:extLst>
      <p:ext uri="{BB962C8B-B14F-4D97-AF65-F5344CB8AC3E}">
        <p14:creationId xmlns:p14="http://schemas.microsoft.com/office/powerpoint/2010/main" val="2090074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C5782-DE66-49B2-889F-47516BAF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66E86-2463-48E0-B595-1C382F2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03721-AEF2-428F-942A-2AC951E9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Checklist da avaliacao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BD350-255A-4853-9A4B-4AF6F13E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Disciplina de Processamento Digital de Imagens e Visao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B11CE-E400-49BB-A3D8-08A8E79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EDB0E-A95B-4FA3-9C28-42DE7D8B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Treinamento proprio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46A5B-3D43-4734-B440-434BB18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2.5 / 2.5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77951-F645-4482-B41D-317985F4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F2A25-674A-449F-A76C-58F99ECE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Uso correto do YOLO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016D9-DCDC-4BC0-A411-7EEC3B5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1.5 / 1.5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DB8CE-0776-429D-8FCD-AA339366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0C83F-A7E7-4451-AB09-DB22B60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GUI propria +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2D12C-DDED-4C60-9021-28BD1F7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2.0 / 2.0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2D7ED-081B-49EA-996E-B0242AB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9C504-3528-4F6E-8AC1-9B4FE73E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Robustez e aplicabilidade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733EC-3301-4247-8CFB-8B2E092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811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1.5 / 1.5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A7009-2A3F-4E54-9363-37B7B849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9C446-2858-4672-8904-D3DC1C41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Apresentacao oral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21A6F-FF18-4E8D-A781-F3ABCB51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1.5 / 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BA920-0EC1-49A7-8A82-BD6FBA3F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E5291-CE8F-4B6C-8F64-06F0202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Repositorio organizado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CAA4C-666A-489C-AE6F-30D2A2F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1.0 /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E1F7D-0EAA-479F-8930-736C753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Ponto critico para defender: o modelo foi treinado; a aplicacao usa API propria; a ocupacao e calculada com regra de negocio, historico e relatorios.</a:t>
            </a:r>
          </a:p>
        </p:txBody>
      </p:sp>
    </p:spTree>
    <p:extLst>
      <p:ext uri="{BB962C8B-B14F-4D97-AF65-F5344CB8AC3E}">
        <p14:creationId xmlns:p14="http://schemas.microsoft.com/office/powerpoint/2010/main" val="5116301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87A97-29EC-4010-A8CD-051E0322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Roteiro da demo ao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34C1-C104-4A49-873D-1341128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8191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Abrir frontend e mostrar dashboard.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Cadastrar capacidade total de vagas.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Enviar imagem ou video.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Mostrar deteccoes, ocupacao, livres e alerta.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Abrir metricas de treinamento e explicar mAP/precision/recall.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Encerrar com arquitetura e aplicabilidade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A25E1-25FA-43E1-8C6C-138B261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CFBF1"/>
                </a:solidFill>
                <a:latin typeface="Aptos"/>
                <a:ea typeface="Aptos"/>
                <a:cs typeface="Aptos"/>
              </a:rPr>
              <a:t>Fechamento: o projeto cobre o ciclo completo de PDI: dataset -&gt; treinamento -&gt; inferencia -&gt; API -&gt; interface -&gt; analytics.</a:t>
            </a:r>
          </a:p>
        </p:txBody>
      </p:sp>
    </p:spTree>
    <p:extLst>
      <p:ext uri="{BB962C8B-B14F-4D97-AF65-F5344CB8AC3E}">
        <p14:creationId xmlns:p14="http://schemas.microsoft.com/office/powerpoint/2010/main" val="107739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2026-06-17T21:50:06.8000000Z</dcterms:created>
  <dcterms:modified xsi:type="dcterms:W3CDTF">2026-06-17T21:50:06.8000000Z</dcterms:modified>
</coreProperties>
</file>